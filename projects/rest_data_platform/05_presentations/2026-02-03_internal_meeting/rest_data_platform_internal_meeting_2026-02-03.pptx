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Wir wollen einen stabilen Backbone fuer Daten/Dokumente/Reporting. KI ist willkommen, aber bewusst optional, damit wir nicht in eine Service-Falle geraten.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Guardrails verhindern Feature-Creep. Wir liefern Standardbausteine, keine massgeschneiderten Portale.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Frontend ist das Portal mit Rollen, Upload-Wizard und Audit-Sichten. App-Layer kapselt API/Logik. Supabase liefert Auth, Daten und Storage mit RLS. Add-ons haengen entkoppelt dran und schreiben nur Ergebnisse zurueck.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Wir waehlen 1-2 Piloten, die in 6-12 Wochen sichtbar werden. Alles andere bleibt auf der Landkarte.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 MVP ist funktional, nicht huebsch. Ziel: 1-2 Nutzer koennen es ohne mich bedienen.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Ohne diese drei Entscheidungen werden wir zu breit. Mit ihnen bleiben wir schnell und schlank.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 sind Zukunftsoptionen. Wir starten ohne diese Abhaengigkeiten.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 Data Platform als schlanker Backbone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Ordnung + Nachvollziehbarkeit + Reporting fuer ASTRA</a:t>
            </a:r>
          </a:p>
          <a:p>
            <a:pPr>
              <a:defRPr sz="2100"/>
            </a:pPr>
            <a:r>
              <a:t>KI nur als Add-on, nicht als Kernabhaengigkeit</a:t>
            </a:r>
          </a:p>
          <a:p>
            <a:pPr>
              <a:defRPr sz="2100"/>
            </a:pPr>
            <a:r>
              <a:t>Fokus: stabil, nutzbar, klein starten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wir bewusst nicht tun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Standard statt Sonderanfertigung</a:t>
            </a:r>
          </a:p>
          <a:p>
            <a:pPr>
              <a:defRPr sz="2100"/>
            </a:pPr>
            <a:r>
              <a:t>Self-Service statt Full-Service</a:t>
            </a:r>
          </a:p>
          <a:p>
            <a:pPr>
              <a:defRPr sz="2100"/>
            </a:pPr>
            <a:r>
              <a:t>Prototyp statt Produktbetrieb</a:t>
            </a:r>
          </a:p>
          <a:p>
            <a:pPr>
              <a:defRPr sz="2100"/>
            </a:pPr>
            <a:r>
              <a:t>Keine WP-Sonderportale, keine Custom-Dashboards, keine Spezial-ETLs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Plattform-Stack (Front-/Backend + optionale Dienste)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Frontend (Next.js-App): Routing/Layouts, Auth-Screens, Rollen-UI, Upload-Wizard, ReST-Bereiche, Audit-Views</a:t>
            </a:r>
          </a:p>
          <a:p>
            <a:pPr>
              <a:defRPr sz="2100"/>
            </a:pPr>
            <a:r>
              <a:t>App-Layer: API-Routes/Server-Actions, Validierung, Business-Logik, Zugriffskontrolle</a:t>
            </a:r>
          </a:p>
          <a:p>
            <a:pPr>
              <a:defRPr sz="2100"/>
            </a:pPr>
            <a:r>
              <a:t>Supabase-Layer: Auth, Postgres, Storage, RLS-Policies, (optional) Edge Functions/Realtime</a:t>
            </a:r>
          </a:p>
          <a:p>
            <a:pPr>
              <a:defRPr sz="2100"/>
            </a:pPr>
            <a:r>
              <a:t>Betrieb: Rechte-Modelle, Datenmodelle, Migrationen, Backup/Restore, Observability</a:t>
            </a:r>
          </a:p>
          <a:p>
            <a:pPr>
              <a:defRPr sz="2100"/>
            </a:pPr>
            <a:r>
              <a:t>Optional: Analytics (Self-Service), Spark-Worker (RAG/Embeddings), MCP-Interface, Agent-Framework (AG2)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 Piloten statt 9 Baustellen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A: SSoT / Datenhub (niedriger Aufwand, hoher Nutzen)</a:t>
            </a:r>
          </a:p>
          <a:p>
            <a:pPr>
              <a:defRPr sz="2100"/>
            </a:pPr>
            <a:r>
              <a:t>I: Datenkatalog light (Ownership + Update-Rhythmus)</a:t>
            </a:r>
          </a:p>
          <a:p>
            <a:pPr>
              <a:defRPr sz="2100"/>
            </a:pPr>
            <a:r>
              <a:t>H: RAG light (nur bei klarer Datenlage/Compliance)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Minimum Useful Product (6-8 Wochen)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Upload (CSV/XLSX/PDF)</a:t>
            </a:r>
          </a:p>
          <a:p>
            <a:pPr>
              <a:defRPr sz="2100"/>
            </a:pPr>
            <a:r>
              <a:t>Metadaten + Versionierung</a:t>
            </a:r>
          </a:p>
          <a:p>
            <a:pPr>
              <a:defRPr sz="2100"/>
            </a:pPr>
            <a:r>
              <a:t>1 Report/KPI-View</a:t>
            </a:r>
          </a:p>
          <a:p>
            <a:pPr>
              <a:defRPr sz="2100"/>
            </a:pPr>
            <a:r>
              <a:t>Rollen/RLS minimal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wir morgen klaeren muessen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Pilotdomaene (welche Daten zuerst?)</a:t>
            </a:r>
          </a:p>
          <a:p>
            <a:pPr>
              <a:defRPr sz="2100"/>
            </a:pPr>
            <a:r>
              <a:t>Datenzugriff &amp; Ownership (wer darf was?)</a:t>
            </a:r>
          </a:p>
          <a:p>
            <a:pPr>
              <a:defRPr sz="2100"/>
            </a:pPr>
            <a:r>
              <a:t>Optionales Add-on (KI-Assist, MCP-Interface, Gaia-X light)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Optional, nicht verpflichtend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KI-Assist: RAG light / Status-Drafts</a:t>
            </a:r>
          </a:p>
          <a:p>
            <a:pPr>
              <a:defRPr sz="2100"/>
            </a:pPr>
            <a:r>
              <a:t>MCP-Interface: standardisierte Tool-Aufrufe</a:t>
            </a:r>
          </a:p>
          <a:p>
            <a:pPr>
              <a:defRPr sz="2100"/>
            </a:pPr>
            <a:r>
              <a:t>Gaia-X light: DCAT-AP Metadatenexport</a:t>
            </a:r>
          </a:p>
          <a:p>
            <a:pPr>
              <a:defRPr sz="2100"/>
            </a:pPr>
            <a:r>
              <a:t>Agentic Framework: intern, kein Autopilot-Versprechen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